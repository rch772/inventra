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Araboto" panose="020B0604020202020204" charset="0"/>
      <p:regular r:id="rId17"/>
    </p:embeddedFont>
    <p:embeddedFont>
      <p:font typeface="Araboto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935888">
            <a:off x="13922454" y="-3715101"/>
            <a:ext cx="5391656" cy="8595393"/>
          </a:xfrm>
          <a:custGeom>
            <a:avLst/>
            <a:gdLst/>
            <a:ahLst/>
            <a:cxnLst/>
            <a:rect l="l" t="t" r="r" b="b"/>
            <a:pathLst>
              <a:path w="5391656" h="8595393">
                <a:moveTo>
                  <a:pt x="0" y="0"/>
                </a:moveTo>
                <a:lnTo>
                  <a:pt x="5391656" y="0"/>
                </a:lnTo>
                <a:lnTo>
                  <a:pt x="5391656" y="8595393"/>
                </a:lnTo>
                <a:lnTo>
                  <a:pt x="0" y="8595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935888" flipH="1">
            <a:off x="-1502093" y="4743503"/>
            <a:ext cx="5391656" cy="8595393"/>
          </a:xfrm>
          <a:custGeom>
            <a:avLst/>
            <a:gdLst/>
            <a:ahLst/>
            <a:cxnLst/>
            <a:rect l="l" t="t" r="r" b="b"/>
            <a:pathLst>
              <a:path w="5391656" h="8595393">
                <a:moveTo>
                  <a:pt x="5391655" y="0"/>
                </a:moveTo>
                <a:lnTo>
                  <a:pt x="0" y="0"/>
                </a:lnTo>
                <a:lnTo>
                  <a:pt x="0" y="8595393"/>
                </a:lnTo>
                <a:lnTo>
                  <a:pt x="5391655" y="8595393"/>
                </a:lnTo>
                <a:lnTo>
                  <a:pt x="539165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584626" y="-1028700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645974" y="7200900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642026" y="2613297"/>
            <a:ext cx="10784848" cy="3896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11"/>
              </a:lnSpc>
            </a:pPr>
            <a:r>
              <a:rPr lang="en-US" sz="16864" b="1">
                <a:solidFill>
                  <a:srgbClr val="C82C1D"/>
                </a:solidFill>
                <a:latin typeface="Araboto Bold"/>
                <a:ea typeface="Araboto Bold"/>
                <a:cs typeface="Araboto Bold"/>
                <a:sym typeface="Araboto Bold"/>
              </a:rPr>
              <a:t>NOVORA 2K26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870140" y="7148444"/>
            <a:ext cx="8547721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TEAM NAME: WHITE TIGERS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935888">
            <a:off x="13922454" y="-3715101"/>
            <a:ext cx="5391656" cy="8595393"/>
          </a:xfrm>
          <a:custGeom>
            <a:avLst/>
            <a:gdLst/>
            <a:ahLst/>
            <a:cxnLst/>
            <a:rect l="l" t="t" r="r" b="b"/>
            <a:pathLst>
              <a:path w="5391656" h="8595393">
                <a:moveTo>
                  <a:pt x="0" y="0"/>
                </a:moveTo>
                <a:lnTo>
                  <a:pt x="5391656" y="0"/>
                </a:lnTo>
                <a:lnTo>
                  <a:pt x="5391656" y="8595393"/>
                </a:lnTo>
                <a:lnTo>
                  <a:pt x="0" y="8595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935888" flipH="1">
            <a:off x="-1502093" y="4743503"/>
            <a:ext cx="5391656" cy="8595393"/>
          </a:xfrm>
          <a:custGeom>
            <a:avLst/>
            <a:gdLst/>
            <a:ahLst/>
            <a:cxnLst/>
            <a:rect l="l" t="t" r="r" b="b"/>
            <a:pathLst>
              <a:path w="5391656" h="8595393">
                <a:moveTo>
                  <a:pt x="5391655" y="0"/>
                </a:moveTo>
                <a:lnTo>
                  <a:pt x="0" y="0"/>
                </a:lnTo>
                <a:lnTo>
                  <a:pt x="0" y="8595393"/>
                </a:lnTo>
                <a:lnTo>
                  <a:pt x="5391655" y="8595393"/>
                </a:lnTo>
                <a:lnTo>
                  <a:pt x="539165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584626" y="-1028700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645974" y="7200900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58734" y="2181074"/>
            <a:ext cx="17205337" cy="517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16"/>
              </a:lnSpc>
            </a:pPr>
            <a:r>
              <a:rPr lang="en-US" sz="12988" b="1">
                <a:solidFill>
                  <a:srgbClr val="C82C1D"/>
                </a:solidFill>
                <a:latin typeface="Araboto Bold"/>
                <a:ea typeface="Araboto Bold"/>
                <a:cs typeface="Araboto Bold"/>
                <a:sym typeface="Araboto Bold"/>
              </a:rPr>
              <a:t>INVENTRA</a:t>
            </a:r>
          </a:p>
          <a:p>
            <a:pPr algn="ctr">
              <a:lnSpc>
                <a:spcPts val="9481"/>
              </a:lnSpc>
            </a:pPr>
            <a:r>
              <a:rPr lang="en-US" sz="12988" b="1">
                <a:solidFill>
                  <a:srgbClr val="C82C1D"/>
                </a:solidFill>
                <a:latin typeface="Araboto Bold"/>
                <a:ea typeface="Araboto Bold"/>
                <a:cs typeface="Araboto Bold"/>
                <a:sym typeface="Araboto Bold"/>
              </a:rPr>
              <a:t>A PRODUCT INVENTORY SYSTEM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935888">
            <a:off x="13922454" y="-3715101"/>
            <a:ext cx="5391656" cy="8595393"/>
          </a:xfrm>
          <a:custGeom>
            <a:avLst/>
            <a:gdLst/>
            <a:ahLst/>
            <a:cxnLst/>
            <a:rect l="l" t="t" r="r" b="b"/>
            <a:pathLst>
              <a:path w="5391656" h="8595393">
                <a:moveTo>
                  <a:pt x="0" y="0"/>
                </a:moveTo>
                <a:lnTo>
                  <a:pt x="5391656" y="0"/>
                </a:lnTo>
                <a:lnTo>
                  <a:pt x="5391656" y="8595393"/>
                </a:lnTo>
                <a:lnTo>
                  <a:pt x="0" y="8595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935888" flipH="1">
            <a:off x="-1502093" y="4743503"/>
            <a:ext cx="5391656" cy="8595393"/>
          </a:xfrm>
          <a:custGeom>
            <a:avLst/>
            <a:gdLst/>
            <a:ahLst/>
            <a:cxnLst/>
            <a:rect l="l" t="t" r="r" b="b"/>
            <a:pathLst>
              <a:path w="5391656" h="8595393">
                <a:moveTo>
                  <a:pt x="5391655" y="0"/>
                </a:moveTo>
                <a:lnTo>
                  <a:pt x="0" y="0"/>
                </a:lnTo>
                <a:lnTo>
                  <a:pt x="0" y="8595393"/>
                </a:lnTo>
                <a:lnTo>
                  <a:pt x="5391655" y="8595393"/>
                </a:lnTo>
                <a:lnTo>
                  <a:pt x="539165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584626" y="-1028700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645974" y="7200900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756696" y="1961334"/>
            <a:ext cx="6774608" cy="1124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79"/>
              </a:lnSpc>
            </a:pPr>
            <a:r>
              <a:rPr lang="en-US" sz="9150" b="1">
                <a:solidFill>
                  <a:srgbClr val="C82C1D"/>
                </a:solidFill>
                <a:latin typeface="Araboto Bold"/>
                <a:ea typeface="Araboto Bold"/>
                <a:cs typeface="Araboto Bold"/>
                <a:sym typeface="Araboto Bold"/>
              </a:rPr>
              <a:t>OUR TEAM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704708" y="3994512"/>
            <a:ext cx="487858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KASI SAI DHANUSH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04708" y="5159498"/>
            <a:ext cx="487858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KASI SAI AKASH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381741" y="6322183"/>
            <a:ext cx="5524518" cy="1305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ROSHAN CHILUKA</a:t>
            </a:r>
          </a:p>
          <a:p>
            <a:pPr algn="ctr">
              <a:lnSpc>
                <a:spcPts val="3399"/>
              </a:lnSpc>
            </a:pPr>
            <a:endParaRPr lang="en-US" sz="3399">
              <a:solidFill>
                <a:srgbClr val="C82C1D"/>
              </a:solidFill>
              <a:latin typeface="Araboto"/>
              <a:ea typeface="Araboto"/>
              <a:cs typeface="Araboto"/>
              <a:sym typeface="Araboto"/>
            </a:endParaRPr>
          </a:p>
          <a:p>
            <a:pPr algn="ctr">
              <a:lnSpc>
                <a:spcPts val="3399"/>
              </a:lnSpc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MODALLA PRANITH REDDY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935888">
            <a:off x="13922454" y="-3715101"/>
            <a:ext cx="5391656" cy="8595393"/>
          </a:xfrm>
          <a:custGeom>
            <a:avLst/>
            <a:gdLst/>
            <a:ahLst/>
            <a:cxnLst/>
            <a:rect l="l" t="t" r="r" b="b"/>
            <a:pathLst>
              <a:path w="5391656" h="8595393">
                <a:moveTo>
                  <a:pt x="0" y="0"/>
                </a:moveTo>
                <a:lnTo>
                  <a:pt x="5391656" y="0"/>
                </a:lnTo>
                <a:lnTo>
                  <a:pt x="5391656" y="8595393"/>
                </a:lnTo>
                <a:lnTo>
                  <a:pt x="0" y="8595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935888" flipH="1">
            <a:off x="-1502093" y="4743503"/>
            <a:ext cx="5391656" cy="8595393"/>
          </a:xfrm>
          <a:custGeom>
            <a:avLst/>
            <a:gdLst/>
            <a:ahLst/>
            <a:cxnLst/>
            <a:rect l="l" t="t" r="r" b="b"/>
            <a:pathLst>
              <a:path w="5391656" h="8595393">
                <a:moveTo>
                  <a:pt x="5391655" y="0"/>
                </a:moveTo>
                <a:lnTo>
                  <a:pt x="0" y="0"/>
                </a:lnTo>
                <a:lnTo>
                  <a:pt x="0" y="8595393"/>
                </a:lnTo>
                <a:lnTo>
                  <a:pt x="5391655" y="8595393"/>
                </a:lnTo>
                <a:lnTo>
                  <a:pt x="539165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584626" y="-1028700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645974" y="7200900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327309" y="1961334"/>
            <a:ext cx="9633383" cy="1124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79"/>
              </a:lnSpc>
            </a:pPr>
            <a:r>
              <a:rPr lang="en-US" sz="9150" b="1">
                <a:solidFill>
                  <a:srgbClr val="C82C1D"/>
                </a:solidFill>
                <a:latin typeface="Araboto Bold"/>
                <a:ea typeface="Araboto Bold"/>
                <a:cs typeface="Araboto Bold"/>
                <a:sym typeface="Araboto Bold"/>
              </a:rPr>
              <a:t>BACKGROUND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57638" y="3572078"/>
            <a:ext cx="11972725" cy="418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Inventory management is a vital component of every business. Many small businesses use notebooks and/or spreadsheets to manage their inventory. This may cause errors in inventory management and stock mismanagement.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C82C1D"/>
              </a:solidFill>
              <a:latin typeface="Araboto"/>
              <a:ea typeface="Araboto"/>
              <a:cs typeface="Araboto"/>
              <a:sym typeface="Araboto"/>
            </a:endParaR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A digital inventory system helps businesses manage their products and inventory efficiently.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935888">
            <a:off x="13922454" y="-3715101"/>
            <a:ext cx="5391656" cy="8595393"/>
          </a:xfrm>
          <a:custGeom>
            <a:avLst/>
            <a:gdLst/>
            <a:ahLst/>
            <a:cxnLst/>
            <a:rect l="l" t="t" r="r" b="b"/>
            <a:pathLst>
              <a:path w="5391656" h="8595393">
                <a:moveTo>
                  <a:pt x="0" y="0"/>
                </a:moveTo>
                <a:lnTo>
                  <a:pt x="5391656" y="0"/>
                </a:lnTo>
                <a:lnTo>
                  <a:pt x="5391656" y="8595393"/>
                </a:lnTo>
                <a:lnTo>
                  <a:pt x="0" y="8595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935888" flipH="1">
            <a:off x="-1502093" y="4743503"/>
            <a:ext cx="5391656" cy="8595393"/>
          </a:xfrm>
          <a:custGeom>
            <a:avLst/>
            <a:gdLst/>
            <a:ahLst/>
            <a:cxnLst/>
            <a:rect l="l" t="t" r="r" b="b"/>
            <a:pathLst>
              <a:path w="5391656" h="8595393">
                <a:moveTo>
                  <a:pt x="5391655" y="0"/>
                </a:moveTo>
                <a:lnTo>
                  <a:pt x="0" y="0"/>
                </a:lnTo>
                <a:lnTo>
                  <a:pt x="0" y="8595393"/>
                </a:lnTo>
                <a:lnTo>
                  <a:pt x="5391655" y="8595393"/>
                </a:lnTo>
                <a:lnTo>
                  <a:pt x="539165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584626" y="-1028700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645974" y="7200900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135921" y="1438275"/>
            <a:ext cx="9633383" cy="1124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79"/>
              </a:lnSpc>
            </a:pPr>
            <a:r>
              <a:rPr lang="en-US" sz="9150" b="1">
                <a:solidFill>
                  <a:srgbClr val="C82C1D"/>
                </a:solidFill>
                <a:latin typeface="Araboto Bold"/>
                <a:ea typeface="Araboto Bold"/>
                <a:cs typeface="Araboto Bold"/>
                <a:sym typeface="Araboto Bold"/>
              </a:rPr>
              <a:t>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57638" y="2661647"/>
            <a:ext cx="11972725" cy="538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Inventra is a full stack web application that helps businesses manage and track their product inventory.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The system enables users to: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View all the products available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Update the quantity of products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Identify products with low stock levels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The web application combines the best of the frontend, backend, and database technologies to offer efficient inventory management.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935888">
            <a:off x="13922454" y="-3715101"/>
            <a:ext cx="5391656" cy="8595393"/>
          </a:xfrm>
          <a:custGeom>
            <a:avLst/>
            <a:gdLst/>
            <a:ahLst/>
            <a:cxnLst/>
            <a:rect l="l" t="t" r="r" b="b"/>
            <a:pathLst>
              <a:path w="5391656" h="8595393">
                <a:moveTo>
                  <a:pt x="0" y="0"/>
                </a:moveTo>
                <a:lnTo>
                  <a:pt x="5391656" y="0"/>
                </a:lnTo>
                <a:lnTo>
                  <a:pt x="5391656" y="8595393"/>
                </a:lnTo>
                <a:lnTo>
                  <a:pt x="0" y="8595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935888" flipH="1">
            <a:off x="-1502093" y="4743503"/>
            <a:ext cx="5391656" cy="8595393"/>
          </a:xfrm>
          <a:custGeom>
            <a:avLst/>
            <a:gdLst/>
            <a:ahLst/>
            <a:cxnLst/>
            <a:rect l="l" t="t" r="r" b="b"/>
            <a:pathLst>
              <a:path w="5391656" h="8595393">
                <a:moveTo>
                  <a:pt x="5391655" y="0"/>
                </a:moveTo>
                <a:lnTo>
                  <a:pt x="0" y="0"/>
                </a:lnTo>
                <a:lnTo>
                  <a:pt x="0" y="8595393"/>
                </a:lnTo>
                <a:lnTo>
                  <a:pt x="5391655" y="8595393"/>
                </a:lnTo>
                <a:lnTo>
                  <a:pt x="539165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584626" y="-1028700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645974" y="7200900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984667" y="992170"/>
            <a:ext cx="9633383" cy="1124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79"/>
              </a:lnSpc>
            </a:pPr>
            <a:r>
              <a:rPr lang="en-US" sz="9150" b="1">
                <a:solidFill>
                  <a:srgbClr val="C82C1D"/>
                </a:solidFill>
                <a:latin typeface="Araboto Bold"/>
                <a:ea typeface="Araboto Bold"/>
                <a:cs typeface="Araboto Bold"/>
                <a:sym typeface="Araboto Bold"/>
              </a:rPr>
              <a:t>PROBLEMS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294508" y="2714633"/>
            <a:ext cx="11698984" cy="538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There are many challenges which many organizations face in the management of their inventory. 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Some of these challenges are as follows: 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Manual inventory control may cause errors.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Difficulty in controlling inventory levels.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There is a lack of centralized information on products.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It is difficult to identify the products that are in low stock.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These challenges explain the importance and need for an automated inventory control system.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935888">
            <a:off x="13922454" y="-3715101"/>
            <a:ext cx="5391656" cy="8595393"/>
          </a:xfrm>
          <a:custGeom>
            <a:avLst/>
            <a:gdLst/>
            <a:ahLst/>
            <a:cxnLst/>
            <a:rect l="l" t="t" r="r" b="b"/>
            <a:pathLst>
              <a:path w="5391656" h="8595393">
                <a:moveTo>
                  <a:pt x="0" y="0"/>
                </a:moveTo>
                <a:lnTo>
                  <a:pt x="5391656" y="0"/>
                </a:lnTo>
                <a:lnTo>
                  <a:pt x="5391656" y="8595393"/>
                </a:lnTo>
                <a:lnTo>
                  <a:pt x="0" y="8595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935888" flipH="1">
            <a:off x="-1502093" y="4743503"/>
            <a:ext cx="5391656" cy="8595393"/>
          </a:xfrm>
          <a:custGeom>
            <a:avLst/>
            <a:gdLst/>
            <a:ahLst/>
            <a:cxnLst/>
            <a:rect l="l" t="t" r="r" b="b"/>
            <a:pathLst>
              <a:path w="5391656" h="8595393">
                <a:moveTo>
                  <a:pt x="5391655" y="0"/>
                </a:moveTo>
                <a:lnTo>
                  <a:pt x="0" y="0"/>
                </a:lnTo>
                <a:lnTo>
                  <a:pt x="0" y="8595393"/>
                </a:lnTo>
                <a:lnTo>
                  <a:pt x="5391655" y="8595393"/>
                </a:lnTo>
                <a:lnTo>
                  <a:pt x="539165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584626" y="-1028700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645974" y="7200900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917514" y="848629"/>
            <a:ext cx="9633383" cy="1124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79"/>
              </a:lnSpc>
            </a:pPr>
            <a:r>
              <a:rPr lang="en-US" sz="9150" b="1">
                <a:solidFill>
                  <a:srgbClr val="C82C1D"/>
                </a:solidFill>
                <a:latin typeface="Araboto Bold"/>
                <a:ea typeface="Araboto Bold"/>
                <a:cs typeface="Araboto Bold"/>
                <a:sym typeface="Araboto Bold"/>
              </a:rPr>
              <a:t>GOALS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84358" y="2414596"/>
            <a:ext cx="10119284" cy="5981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The main objectives of the Inventra system are as follows: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To develop a full-stack inventory management system.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To store product information in a database.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To enable users to easily add or update product stock.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To identify products with low stock automatically.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To provide a simple and efficient user interface.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935888">
            <a:off x="13922454" y="-3715101"/>
            <a:ext cx="5391656" cy="8595393"/>
          </a:xfrm>
          <a:custGeom>
            <a:avLst/>
            <a:gdLst/>
            <a:ahLst/>
            <a:cxnLst/>
            <a:rect l="l" t="t" r="r" b="b"/>
            <a:pathLst>
              <a:path w="5391656" h="8595393">
                <a:moveTo>
                  <a:pt x="0" y="0"/>
                </a:moveTo>
                <a:lnTo>
                  <a:pt x="5391656" y="0"/>
                </a:lnTo>
                <a:lnTo>
                  <a:pt x="5391656" y="8595393"/>
                </a:lnTo>
                <a:lnTo>
                  <a:pt x="0" y="8595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935888" flipH="1">
            <a:off x="-1502093" y="4743503"/>
            <a:ext cx="5391656" cy="8595393"/>
          </a:xfrm>
          <a:custGeom>
            <a:avLst/>
            <a:gdLst/>
            <a:ahLst/>
            <a:cxnLst/>
            <a:rect l="l" t="t" r="r" b="b"/>
            <a:pathLst>
              <a:path w="5391656" h="8595393">
                <a:moveTo>
                  <a:pt x="5391655" y="0"/>
                </a:moveTo>
                <a:lnTo>
                  <a:pt x="0" y="0"/>
                </a:lnTo>
                <a:lnTo>
                  <a:pt x="0" y="8595393"/>
                </a:lnTo>
                <a:lnTo>
                  <a:pt x="5391655" y="8595393"/>
                </a:lnTo>
                <a:lnTo>
                  <a:pt x="539165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584626" y="-1028700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645974" y="7200900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327309" y="671105"/>
            <a:ext cx="9633383" cy="1124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79"/>
              </a:lnSpc>
            </a:pPr>
            <a:r>
              <a:rPr lang="en-US" sz="9150" b="1">
                <a:solidFill>
                  <a:srgbClr val="C82C1D"/>
                </a:solidFill>
                <a:latin typeface="Araboto Bold"/>
                <a:ea typeface="Araboto Bold"/>
                <a:cs typeface="Araboto Bold"/>
                <a:sym typeface="Araboto Bold"/>
              </a:rPr>
              <a:t>METHODOLOGY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57638" y="1729195"/>
            <a:ext cx="11972725" cy="7887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The system is developed using a three-tier architecture.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Frontend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HTML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CSS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JavaScript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Backend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Developed using Node.js and Express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Handles API requests and business logic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Database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MongoDB is used to store product data.</a:t>
            </a:r>
          </a:p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C82C1D"/>
                </a:solidFill>
                <a:latin typeface="Araboto Bold"/>
                <a:ea typeface="Araboto Bold"/>
                <a:cs typeface="Araboto Bold"/>
                <a:sym typeface="Araboto Bold"/>
              </a:rPr>
              <a:t>System Flow</a:t>
            </a:r>
          </a:p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C82C1D"/>
                </a:solidFill>
                <a:latin typeface="Araboto Bold"/>
                <a:ea typeface="Araboto Bold"/>
                <a:cs typeface="Araboto Bold"/>
                <a:sym typeface="Araboto Bold"/>
              </a:rPr>
              <a:t>User → Frontend → Backend API → MongoDB Database</a:t>
            </a:r>
          </a:p>
          <a:p>
            <a:pPr algn="l">
              <a:lnSpc>
                <a:spcPts val="4759"/>
              </a:lnSpc>
            </a:pPr>
            <a:endParaRPr lang="en-US" sz="3399" b="1">
              <a:solidFill>
                <a:srgbClr val="C82C1D"/>
              </a:solidFill>
              <a:latin typeface="Araboto Bold"/>
              <a:ea typeface="Araboto Bold"/>
              <a:cs typeface="Araboto Bold"/>
              <a:sym typeface="Araboto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935888">
            <a:off x="13922454" y="-3715101"/>
            <a:ext cx="5391656" cy="8595393"/>
          </a:xfrm>
          <a:custGeom>
            <a:avLst/>
            <a:gdLst/>
            <a:ahLst/>
            <a:cxnLst/>
            <a:rect l="l" t="t" r="r" b="b"/>
            <a:pathLst>
              <a:path w="5391656" h="8595393">
                <a:moveTo>
                  <a:pt x="0" y="0"/>
                </a:moveTo>
                <a:lnTo>
                  <a:pt x="5391656" y="0"/>
                </a:lnTo>
                <a:lnTo>
                  <a:pt x="5391656" y="8595393"/>
                </a:lnTo>
                <a:lnTo>
                  <a:pt x="0" y="8595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935888" flipH="1">
            <a:off x="-1502093" y="4743503"/>
            <a:ext cx="5391656" cy="8595393"/>
          </a:xfrm>
          <a:custGeom>
            <a:avLst/>
            <a:gdLst/>
            <a:ahLst/>
            <a:cxnLst/>
            <a:rect l="l" t="t" r="r" b="b"/>
            <a:pathLst>
              <a:path w="5391656" h="8595393">
                <a:moveTo>
                  <a:pt x="5391655" y="0"/>
                </a:moveTo>
                <a:lnTo>
                  <a:pt x="0" y="0"/>
                </a:lnTo>
                <a:lnTo>
                  <a:pt x="0" y="8595393"/>
                </a:lnTo>
                <a:lnTo>
                  <a:pt x="5391655" y="8595393"/>
                </a:lnTo>
                <a:lnTo>
                  <a:pt x="539165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584626" y="-1028700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645974" y="7200900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327309" y="1438275"/>
            <a:ext cx="9633383" cy="1124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79"/>
              </a:lnSpc>
            </a:pPr>
            <a:r>
              <a:rPr lang="en-US" sz="9150" b="1">
                <a:solidFill>
                  <a:srgbClr val="C82C1D"/>
                </a:solidFill>
                <a:latin typeface="Araboto Bold"/>
                <a:ea typeface="Araboto Bold"/>
                <a:cs typeface="Araboto Bold"/>
                <a:sym typeface="Araboto Bold"/>
              </a:rPr>
              <a:t>RESULT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02960" y="3435913"/>
            <a:ext cx="12082080" cy="3928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18"/>
              </a:lnSpc>
            </a:pPr>
            <a:r>
              <a:rPr lang="en-US" sz="3727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The Inventra system effectively completes the following tasks:</a:t>
            </a:r>
          </a:p>
          <a:p>
            <a:pPr marL="804793" lvl="1" indent="-402396" algn="l">
              <a:lnSpc>
                <a:spcPts val="5218"/>
              </a:lnSpc>
              <a:buFont typeface="Arial"/>
              <a:buChar char="•"/>
            </a:pPr>
            <a:r>
              <a:rPr lang="en-US" sz="3727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Include new items in the stock.</a:t>
            </a:r>
          </a:p>
          <a:p>
            <a:pPr marL="804793" lvl="1" indent="-402396" algn="l">
              <a:lnSpc>
                <a:spcPts val="5218"/>
              </a:lnSpc>
              <a:buFont typeface="Arial"/>
              <a:buChar char="•"/>
            </a:pPr>
            <a:r>
              <a:rPr lang="en-US" sz="3727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Show every product within the system.</a:t>
            </a:r>
          </a:p>
          <a:p>
            <a:pPr marL="804793" lvl="1" indent="-402396" algn="l">
              <a:lnSpc>
                <a:spcPts val="5218"/>
              </a:lnSpc>
              <a:buFont typeface="Arial"/>
              <a:buChar char="•"/>
            </a:pPr>
            <a:r>
              <a:rPr lang="en-US" sz="3727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Revise the product quantities.</a:t>
            </a:r>
          </a:p>
          <a:p>
            <a:pPr marL="804793" lvl="1" indent="-402396" algn="l">
              <a:lnSpc>
                <a:spcPts val="5218"/>
              </a:lnSpc>
              <a:buFont typeface="Arial"/>
              <a:buChar char="•"/>
            </a:pPr>
            <a:r>
              <a:rPr lang="en-US" sz="3727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Determine which items have low stock.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935888">
            <a:off x="13922454" y="-3715101"/>
            <a:ext cx="5391656" cy="8595393"/>
          </a:xfrm>
          <a:custGeom>
            <a:avLst/>
            <a:gdLst/>
            <a:ahLst/>
            <a:cxnLst/>
            <a:rect l="l" t="t" r="r" b="b"/>
            <a:pathLst>
              <a:path w="5391656" h="8595393">
                <a:moveTo>
                  <a:pt x="0" y="0"/>
                </a:moveTo>
                <a:lnTo>
                  <a:pt x="5391656" y="0"/>
                </a:lnTo>
                <a:lnTo>
                  <a:pt x="5391656" y="8595393"/>
                </a:lnTo>
                <a:lnTo>
                  <a:pt x="0" y="8595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935888" flipH="1">
            <a:off x="-1502093" y="4743503"/>
            <a:ext cx="5391656" cy="8595393"/>
          </a:xfrm>
          <a:custGeom>
            <a:avLst/>
            <a:gdLst/>
            <a:ahLst/>
            <a:cxnLst/>
            <a:rect l="l" t="t" r="r" b="b"/>
            <a:pathLst>
              <a:path w="5391656" h="8595393">
                <a:moveTo>
                  <a:pt x="5391655" y="0"/>
                </a:moveTo>
                <a:lnTo>
                  <a:pt x="0" y="0"/>
                </a:lnTo>
                <a:lnTo>
                  <a:pt x="0" y="8595393"/>
                </a:lnTo>
                <a:lnTo>
                  <a:pt x="5391655" y="8595393"/>
                </a:lnTo>
                <a:lnTo>
                  <a:pt x="539165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584626" y="-1028700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645974" y="7200900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327309" y="1269191"/>
            <a:ext cx="9633383" cy="1124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79"/>
              </a:lnSpc>
            </a:pPr>
            <a:r>
              <a:rPr lang="en-US" sz="9150" b="1">
                <a:solidFill>
                  <a:srgbClr val="C82C1D"/>
                </a:solidFill>
                <a:latin typeface="Araboto Bold"/>
                <a:ea typeface="Araboto Bold"/>
                <a:cs typeface="Araboto Bold"/>
                <a:sym typeface="Araboto Bold"/>
              </a:rPr>
              <a:t>CONCLUSION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010486" y="2860551"/>
            <a:ext cx="12267028" cy="4499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28"/>
              </a:lnSpc>
            </a:pPr>
            <a:r>
              <a:rPr lang="en-US" sz="3663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Inventra helps to efficiently manage the product inventory.</a:t>
            </a:r>
          </a:p>
          <a:p>
            <a:pPr algn="l">
              <a:lnSpc>
                <a:spcPts val="5128"/>
              </a:lnSpc>
            </a:pPr>
            <a:endParaRPr lang="en-US" sz="3663">
              <a:solidFill>
                <a:srgbClr val="C82C1D"/>
              </a:solidFill>
              <a:latin typeface="Araboto"/>
              <a:ea typeface="Araboto"/>
              <a:cs typeface="Araboto"/>
              <a:sym typeface="Araboto"/>
            </a:endParaRPr>
          </a:p>
          <a:p>
            <a:pPr algn="l">
              <a:lnSpc>
                <a:spcPts val="5128"/>
              </a:lnSpc>
            </a:pPr>
            <a:r>
              <a:rPr lang="en-US" sz="3663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This application makes the storage of product information and the updating of the product inventory easy.</a:t>
            </a:r>
          </a:p>
          <a:p>
            <a:pPr algn="l">
              <a:lnSpc>
                <a:spcPts val="5128"/>
              </a:lnSpc>
            </a:pPr>
            <a:endParaRPr lang="en-US" sz="3663">
              <a:solidFill>
                <a:srgbClr val="C82C1D"/>
              </a:solidFill>
              <a:latin typeface="Araboto"/>
              <a:ea typeface="Araboto"/>
              <a:cs typeface="Araboto"/>
              <a:sym typeface="Araboto"/>
            </a:endParaRPr>
          </a:p>
          <a:p>
            <a:pPr algn="l">
              <a:lnSpc>
                <a:spcPts val="5128"/>
              </a:lnSpc>
            </a:pPr>
            <a:r>
              <a:rPr lang="en-US" sz="3663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This project has shown the use of full stack development technologies and REST API to create a web application.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935888">
            <a:off x="13922454" y="-3715101"/>
            <a:ext cx="5391656" cy="8595393"/>
          </a:xfrm>
          <a:custGeom>
            <a:avLst/>
            <a:gdLst/>
            <a:ahLst/>
            <a:cxnLst/>
            <a:rect l="l" t="t" r="r" b="b"/>
            <a:pathLst>
              <a:path w="5391656" h="8595393">
                <a:moveTo>
                  <a:pt x="0" y="0"/>
                </a:moveTo>
                <a:lnTo>
                  <a:pt x="5391656" y="0"/>
                </a:lnTo>
                <a:lnTo>
                  <a:pt x="5391656" y="8595393"/>
                </a:lnTo>
                <a:lnTo>
                  <a:pt x="0" y="8595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935888" flipH="1">
            <a:off x="-1502093" y="4743503"/>
            <a:ext cx="5391656" cy="8595393"/>
          </a:xfrm>
          <a:custGeom>
            <a:avLst/>
            <a:gdLst/>
            <a:ahLst/>
            <a:cxnLst/>
            <a:rect l="l" t="t" r="r" b="b"/>
            <a:pathLst>
              <a:path w="5391656" h="8595393">
                <a:moveTo>
                  <a:pt x="5391655" y="0"/>
                </a:moveTo>
                <a:lnTo>
                  <a:pt x="0" y="0"/>
                </a:lnTo>
                <a:lnTo>
                  <a:pt x="0" y="8595393"/>
                </a:lnTo>
                <a:lnTo>
                  <a:pt x="5391655" y="8595393"/>
                </a:lnTo>
                <a:lnTo>
                  <a:pt x="539165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584626" y="-1028700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645974" y="7200900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144258" y="992170"/>
            <a:ext cx="11501716" cy="1124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79"/>
              </a:lnSpc>
            </a:pPr>
            <a:r>
              <a:rPr lang="en-US" sz="9150" b="1">
                <a:solidFill>
                  <a:srgbClr val="C82C1D"/>
                </a:solidFill>
                <a:latin typeface="Araboto Bold"/>
                <a:ea typeface="Araboto Bold"/>
                <a:cs typeface="Araboto Bold"/>
                <a:sym typeface="Araboto Bold"/>
              </a:rPr>
              <a:t>RECOMMENDATION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82038" y="2114558"/>
            <a:ext cx="14723924" cy="6581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Some possible enhancements that may be included in the system in the future are as follows: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C82C1D"/>
              </a:solidFill>
              <a:latin typeface="Araboto"/>
              <a:ea typeface="Araboto"/>
              <a:cs typeface="Araboto"/>
              <a:sym typeface="Araboto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Product Search Functionality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Sort Products Based on Price and Quantity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Inventory Analytics and Reports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User Authentication for Admin Access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Deploying the System on Cloud Platforms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C82C1D"/>
              </a:solidFill>
              <a:latin typeface="Araboto"/>
              <a:ea typeface="Araboto"/>
              <a:cs typeface="Araboto"/>
              <a:sym typeface="Araboto"/>
            </a:endParaR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C82C1D"/>
                </a:solidFill>
                <a:latin typeface="Araboto"/>
                <a:ea typeface="Araboto"/>
                <a:cs typeface="Araboto"/>
                <a:sym typeface="Araboto"/>
              </a:rPr>
              <a:t>These enhancements may help the system become more powerful and applicable in the real world.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935888">
            <a:off x="13922454" y="-3715101"/>
            <a:ext cx="5391656" cy="8595393"/>
          </a:xfrm>
          <a:custGeom>
            <a:avLst/>
            <a:gdLst/>
            <a:ahLst/>
            <a:cxnLst/>
            <a:rect l="l" t="t" r="r" b="b"/>
            <a:pathLst>
              <a:path w="5391656" h="8595393">
                <a:moveTo>
                  <a:pt x="0" y="0"/>
                </a:moveTo>
                <a:lnTo>
                  <a:pt x="5391656" y="0"/>
                </a:lnTo>
                <a:lnTo>
                  <a:pt x="5391656" y="8595393"/>
                </a:lnTo>
                <a:lnTo>
                  <a:pt x="0" y="8595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935888" flipH="1">
            <a:off x="-1502093" y="4743503"/>
            <a:ext cx="5391656" cy="8595393"/>
          </a:xfrm>
          <a:custGeom>
            <a:avLst/>
            <a:gdLst/>
            <a:ahLst/>
            <a:cxnLst/>
            <a:rect l="l" t="t" r="r" b="b"/>
            <a:pathLst>
              <a:path w="5391656" h="8595393">
                <a:moveTo>
                  <a:pt x="5391655" y="0"/>
                </a:moveTo>
                <a:lnTo>
                  <a:pt x="0" y="0"/>
                </a:lnTo>
                <a:lnTo>
                  <a:pt x="0" y="8595393"/>
                </a:lnTo>
                <a:lnTo>
                  <a:pt x="5391655" y="8595393"/>
                </a:lnTo>
                <a:lnTo>
                  <a:pt x="539165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584626" y="-1028700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645974" y="7200900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493371" y="2254616"/>
            <a:ext cx="11301259" cy="5777769"/>
          </a:xfrm>
          <a:custGeom>
            <a:avLst/>
            <a:gdLst/>
            <a:ahLst/>
            <a:cxnLst/>
            <a:rect l="l" t="t" r="r" b="b"/>
            <a:pathLst>
              <a:path w="11301259" h="5777769">
                <a:moveTo>
                  <a:pt x="0" y="0"/>
                </a:moveTo>
                <a:lnTo>
                  <a:pt x="11301258" y="0"/>
                </a:lnTo>
                <a:lnTo>
                  <a:pt x="11301258" y="5777768"/>
                </a:lnTo>
                <a:lnTo>
                  <a:pt x="0" y="57777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935888">
            <a:off x="13922454" y="-3715101"/>
            <a:ext cx="5391656" cy="8595393"/>
          </a:xfrm>
          <a:custGeom>
            <a:avLst/>
            <a:gdLst/>
            <a:ahLst/>
            <a:cxnLst/>
            <a:rect l="l" t="t" r="r" b="b"/>
            <a:pathLst>
              <a:path w="5391656" h="8595393">
                <a:moveTo>
                  <a:pt x="0" y="0"/>
                </a:moveTo>
                <a:lnTo>
                  <a:pt x="5391656" y="0"/>
                </a:lnTo>
                <a:lnTo>
                  <a:pt x="5391656" y="8595393"/>
                </a:lnTo>
                <a:lnTo>
                  <a:pt x="0" y="8595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935888" flipH="1">
            <a:off x="-1502093" y="4743503"/>
            <a:ext cx="5391656" cy="8595393"/>
          </a:xfrm>
          <a:custGeom>
            <a:avLst/>
            <a:gdLst/>
            <a:ahLst/>
            <a:cxnLst/>
            <a:rect l="l" t="t" r="r" b="b"/>
            <a:pathLst>
              <a:path w="5391656" h="8595393">
                <a:moveTo>
                  <a:pt x="5391655" y="0"/>
                </a:moveTo>
                <a:lnTo>
                  <a:pt x="0" y="0"/>
                </a:lnTo>
                <a:lnTo>
                  <a:pt x="0" y="8595393"/>
                </a:lnTo>
                <a:lnTo>
                  <a:pt x="5391655" y="8595393"/>
                </a:lnTo>
                <a:lnTo>
                  <a:pt x="539165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584626" y="-1028700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645974" y="7200900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493371" y="2247552"/>
            <a:ext cx="11301259" cy="5791895"/>
          </a:xfrm>
          <a:custGeom>
            <a:avLst/>
            <a:gdLst/>
            <a:ahLst/>
            <a:cxnLst/>
            <a:rect l="l" t="t" r="r" b="b"/>
            <a:pathLst>
              <a:path w="11301259" h="5791895">
                <a:moveTo>
                  <a:pt x="0" y="0"/>
                </a:moveTo>
                <a:lnTo>
                  <a:pt x="11301258" y="0"/>
                </a:lnTo>
                <a:lnTo>
                  <a:pt x="11301258" y="5791896"/>
                </a:lnTo>
                <a:lnTo>
                  <a:pt x="0" y="57918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935888">
            <a:off x="13922454" y="-3715101"/>
            <a:ext cx="5391656" cy="8595393"/>
          </a:xfrm>
          <a:custGeom>
            <a:avLst/>
            <a:gdLst/>
            <a:ahLst/>
            <a:cxnLst/>
            <a:rect l="l" t="t" r="r" b="b"/>
            <a:pathLst>
              <a:path w="5391656" h="8595393">
                <a:moveTo>
                  <a:pt x="0" y="0"/>
                </a:moveTo>
                <a:lnTo>
                  <a:pt x="5391656" y="0"/>
                </a:lnTo>
                <a:lnTo>
                  <a:pt x="5391656" y="8595393"/>
                </a:lnTo>
                <a:lnTo>
                  <a:pt x="0" y="8595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935888" flipH="1">
            <a:off x="-1502093" y="4743503"/>
            <a:ext cx="5391656" cy="8595393"/>
          </a:xfrm>
          <a:custGeom>
            <a:avLst/>
            <a:gdLst/>
            <a:ahLst/>
            <a:cxnLst/>
            <a:rect l="l" t="t" r="r" b="b"/>
            <a:pathLst>
              <a:path w="5391656" h="8595393">
                <a:moveTo>
                  <a:pt x="5391655" y="0"/>
                </a:moveTo>
                <a:lnTo>
                  <a:pt x="0" y="0"/>
                </a:lnTo>
                <a:lnTo>
                  <a:pt x="0" y="8595393"/>
                </a:lnTo>
                <a:lnTo>
                  <a:pt x="5391655" y="8595393"/>
                </a:lnTo>
                <a:lnTo>
                  <a:pt x="539165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584626" y="-1028700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645974" y="7200900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973642" y="2791051"/>
            <a:ext cx="12340716" cy="4704898"/>
          </a:xfrm>
          <a:custGeom>
            <a:avLst/>
            <a:gdLst/>
            <a:ahLst/>
            <a:cxnLst/>
            <a:rect l="l" t="t" r="r" b="b"/>
            <a:pathLst>
              <a:path w="12340716" h="4704898">
                <a:moveTo>
                  <a:pt x="0" y="0"/>
                </a:moveTo>
                <a:lnTo>
                  <a:pt x="12340716" y="0"/>
                </a:lnTo>
                <a:lnTo>
                  <a:pt x="12340716" y="4704898"/>
                </a:lnTo>
                <a:lnTo>
                  <a:pt x="0" y="47048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935888">
            <a:off x="13922454" y="-3715101"/>
            <a:ext cx="5391656" cy="8595393"/>
          </a:xfrm>
          <a:custGeom>
            <a:avLst/>
            <a:gdLst/>
            <a:ahLst/>
            <a:cxnLst/>
            <a:rect l="l" t="t" r="r" b="b"/>
            <a:pathLst>
              <a:path w="5391656" h="8595393">
                <a:moveTo>
                  <a:pt x="0" y="0"/>
                </a:moveTo>
                <a:lnTo>
                  <a:pt x="5391656" y="0"/>
                </a:lnTo>
                <a:lnTo>
                  <a:pt x="5391656" y="8595393"/>
                </a:lnTo>
                <a:lnTo>
                  <a:pt x="0" y="8595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935888" flipH="1">
            <a:off x="-1502093" y="4743503"/>
            <a:ext cx="5391656" cy="8595393"/>
          </a:xfrm>
          <a:custGeom>
            <a:avLst/>
            <a:gdLst/>
            <a:ahLst/>
            <a:cxnLst/>
            <a:rect l="l" t="t" r="r" b="b"/>
            <a:pathLst>
              <a:path w="5391656" h="8595393">
                <a:moveTo>
                  <a:pt x="5391655" y="0"/>
                </a:moveTo>
                <a:lnTo>
                  <a:pt x="0" y="0"/>
                </a:lnTo>
                <a:lnTo>
                  <a:pt x="0" y="8595393"/>
                </a:lnTo>
                <a:lnTo>
                  <a:pt x="5391655" y="8595393"/>
                </a:lnTo>
                <a:lnTo>
                  <a:pt x="539165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584626" y="-1028700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645974" y="7200900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751576" y="3571467"/>
            <a:ext cx="10784848" cy="3896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11"/>
              </a:lnSpc>
            </a:pPr>
            <a:r>
              <a:rPr lang="en-US" sz="16864" b="1">
                <a:solidFill>
                  <a:srgbClr val="C82C1D"/>
                </a:solidFill>
                <a:latin typeface="Araboto Bold"/>
                <a:ea typeface="Araboto Bold"/>
                <a:cs typeface="Araboto Bold"/>
                <a:sym typeface="Araboto Bold"/>
              </a:rPr>
              <a:t>THANK</a:t>
            </a:r>
          </a:p>
          <a:p>
            <a:pPr algn="ctr">
              <a:lnSpc>
                <a:spcPts val="12311"/>
              </a:lnSpc>
            </a:pPr>
            <a:r>
              <a:rPr lang="en-US" sz="16864" b="1">
                <a:solidFill>
                  <a:srgbClr val="C82C1D"/>
                </a:solidFill>
                <a:latin typeface="Araboto Bold"/>
                <a:ea typeface="Araboto Bold"/>
                <a:cs typeface="Araboto Bold"/>
                <a:sym typeface="Araboto Bold"/>
              </a:rPr>
              <a:t>You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457</Words>
  <Application>Microsoft Office PowerPoint</Application>
  <PresentationFormat>Custom</PresentationFormat>
  <Paragraphs>73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Araboto Bold</vt:lpstr>
      <vt:lpstr>Arial</vt:lpstr>
      <vt:lpstr>Calibri</vt:lpstr>
      <vt:lpstr>Araboto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Simple Group Project Presentation</dc:title>
  <cp:lastModifiedBy>Pranith Reddy Modalla</cp:lastModifiedBy>
  <cp:revision>2</cp:revision>
  <dcterms:created xsi:type="dcterms:W3CDTF">2006-08-16T00:00:00Z</dcterms:created>
  <dcterms:modified xsi:type="dcterms:W3CDTF">2026-03-08T02:13:33Z</dcterms:modified>
  <dc:identifier>DAHDRBK1DYY</dc:identifier>
</cp:coreProperties>
</file>